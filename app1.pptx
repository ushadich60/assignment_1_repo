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64E1B3F-50CF-40E6-94D2-7106C79ABC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B3C9C7E6-6492-4BDE-A7CD-04EA6EE7C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5C3AC249-9CD8-473D-87D7-79035677D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8AEBA-312F-4770-809A-4219823D90F8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39A6700D-6092-4322-AFFB-E7DFC1CA2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9E3A942-7BB7-46C3-9580-43C47656E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4900F-E674-4E64-8108-8AB5B9AF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96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46125B6-3974-41ED-ACD7-268286F44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5ED56D60-2D05-4F44-B266-2EB0110A2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A352F952-F2BF-4E4F-A6E9-7AD0CD825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8AEBA-312F-4770-809A-4219823D90F8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15C9C0E9-1FD1-4C20-AA30-C89C32412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F3049F7B-CE45-429D-9474-A1558DD37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4900F-E674-4E64-8108-8AB5B9AF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159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5D3A522-6A36-4E45-9CCC-3E35AD905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980E7EC7-47B8-4898-A3F5-ABDA66CB2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C3D87730-E25E-4C9F-8003-C133B7B1A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8AEBA-312F-4770-809A-4219823D90F8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1AFCE5B2-C045-4556-BA96-B1A966132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B487E8E-4AFF-4C9E-92E9-8ED7F05D7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4900F-E674-4E64-8108-8AB5B9AF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217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7314553-F8E4-43E1-9F62-D417A3727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C8C3739F-CAAD-4E70-8E81-3A59743617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DCBF0A15-3E6A-479D-A218-4626EBDADF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4A6D041F-62E1-4E7D-AB1B-FD4676D86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8AEBA-312F-4770-809A-4219823D90F8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A982AA93-C2FE-4967-96D7-14FC077CA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6255DD03-F953-4B21-996E-54F780F26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4900F-E674-4E64-8108-8AB5B9AF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27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717B04D-3FB5-4B5C-8E8C-25C80DA36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01F14AC-5298-43F3-A797-173C2D5AE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CADE1D1B-D448-4D63-86D5-2B920CEFC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B3553959-9C96-468E-ABB5-4FD76117A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BB48E75E-5C3C-498D-8669-C9C4C33FAB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CC8872D4-E097-4C97-A2CE-66589AC9A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8AEBA-312F-4770-809A-4219823D90F8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083A55BE-5DE7-489B-9162-8F7672F28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CE99A897-4411-4BCF-BFCC-C0D25B8F2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4900F-E674-4E64-8108-8AB5B9AF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76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689E24B-BB68-42B3-8D71-A75EEAF1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72DD560F-595B-414D-88C6-A227EB809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8AEBA-312F-4770-809A-4219823D90F8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F600A8A9-5240-4563-B6D7-21E19E7DE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D1920B49-C5D7-4273-861E-0FDA04EC9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4900F-E674-4E64-8108-8AB5B9AF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44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FD2AD224-F235-4920-B3F3-3DDF496CE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8AEBA-312F-4770-809A-4219823D90F8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D5BC5537-26D3-4CA7-88EA-9CCD322F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CD238257-A994-4261-85C7-963B6ABC2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4900F-E674-4E64-8108-8AB5B9AF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68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C26F08C-3B6E-4F67-BFDD-8AA5D17FE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BCE9B38C-75BC-4E0E-9B33-1305F7935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C4E1F48F-CCB1-43B5-BA8B-23A3F3320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C82C97A2-F3A3-4179-A708-7D176865F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8AEBA-312F-4770-809A-4219823D90F8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56509997-C01F-4559-AA55-69F2E6043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A4C665D0-6470-4F2C-ACA3-260E17F50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4900F-E674-4E64-8108-8AB5B9AF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936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57F3F16-017E-4B1E-8D71-07FB7CC11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38235D8E-5E29-4153-AD67-2B77DDE164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49522D38-5237-47E6-B1D5-E23475050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51A7C215-4809-4161-95FC-E3CE701CD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8AEBA-312F-4770-809A-4219823D90F8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DA7FA6F1-5B83-4436-A140-F2471ACBD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3F38D2A9-E74C-4743-9A04-3E5D01A06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4900F-E674-4E64-8108-8AB5B9AF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467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9609413-1542-407B-BCC3-1DA42A9A0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5CA082FC-7BBA-4E6E-83CC-8B0E4334F4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200DCA1C-7429-455E-9DD9-2A65338AF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8AEBA-312F-4770-809A-4219823D90F8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856AF502-7639-40C9-871F-E559A3888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BCD73D51-6D72-4F92-AEA5-9C351FA22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4900F-E674-4E64-8108-8AB5B9AF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25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73B44669-9C3C-4F44-9C29-D0539EA9A6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7A04904D-70DC-4DEF-B382-D629C5B81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E480019F-CCD2-4E2D-8E5E-DF3DE7BD8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8AEBA-312F-4770-809A-4219823D90F8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51F1B8D3-607A-4408-B41A-83EBDEC1F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BC10B55-149B-4AC8-8ACC-78EBC6F77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4900F-E674-4E64-8108-8AB5B9AF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7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53C99940-C30D-4E4E-9458-57B633A66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FEA83B20-4AAA-4ED5-92D1-1456C053B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5101D820-660E-4FC9-8CA4-AB7A64D948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38AEBA-312F-4770-809A-4219823D90F8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AD926994-3C54-4088-A24A-67768831C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AAECE746-2E68-481D-9A8E-CFAF647BB7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4900F-E674-4E64-8108-8AB5B9AF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143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C190230-079B-407B-A98C-0D0A0B469D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Unknown app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4F75251A-A8DE-4AF7-AE4F-15464B3AFC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Need permissions</a:t>
            </a:r>
          </a:p>
        </p:txBody>
      </p:sp>
    </p:spTree>
    <p:extLst>
      <p:ext uri="{BB962C8B-B14F-4D97-AF65-F5344CB8AC3E}">
        <p14:creationId xmlns:p14="http://schemas.microsoft.com/office/powerpoint/2010/main" val="728026231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شاشة عريضة</PresentationFormat>
  <Paragraphs>2</Paragraphs>
  <Slides>1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نسق Office</vt:lpstr>
      <vt:lpstr>Unknown app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Unknown app</dc:title>
  <dc:creator>Hadi Chaito</dc:creator>
  <cp:lastModifiedBy>Hadi Chaito</cp:lastModifiedBy>
  <cp:revision>1</cp:revision>
  <dcterms:created xsi:type="dcterms:W3CDTF">2026-09-24T12:33:02Z</dcterms:created>
  <dcterms:modified xsi:type="dcterms:W3CDTF">2026-09-24T12:33:56Z</dcterms:modified>
</cp:coreProperties>
</file>